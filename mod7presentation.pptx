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CBCF"/>
          </a:solidFill>
        </a:fill>
      </a:tcStyle>
    </a:wholeTbl>
    <a:band2H>
      <a:tcTxStyle b="def" i="def"/>
      <a:tcStyle>
        <a:tcBdr/>
        <a:fill>
          <a:solidFill>
            <a:srgbClr val="FA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CBDC"/>
          </a:solidFill>
        </a:fill>
      </a:tcStyle>
    </a:wholeTbl>
    <a:band2H>
      <a:tcTxStyle b="def" i="def"/>
      <a:tcStyle>
        <a:tcBdr/>
        <a:fill>
          <a:solidFill>
            <a:srgbClr val="ECE7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6E0"/>
          </a:solidFill>
        </a:fill>
      </a:tcStyle>
    </a:wholeTbl>
    <a:band2H>
      <a:tcTxStyle b="def" i="def"/>
      <a:tcStyle>
        <a:tcBdr/>
        <a:fill>
          <a:solidFill>
            <a:srgbClr val="E6EC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1" name="Shape 191"/>
          <p:cNvSpPr/>
          <p:nvPr>
            <p:ph type="sldImg"/>
          </p:nvPr>
        </p:nvSpPr>
        <p:spPr>
          <a:xfrm>
            <a:off x="1143000" y="685800"/>
            <a:ext cx="4572000" cy="3429000"/>
          </a:xfrm>
          <a:prstGeom prst="rect">
            <a:avLst/>
          </a:prstGeom>
        </p:spPr>
        <p:txBody>
          <a:bodyPr/>
          <a:lstStyle/>
          <a:p>
            <a:pPr/>
          </a:p>
        </p:txBody>
      </p:sp>
      <p:sp>
        <p:nvSpPr>
          <p:cNvPr id="192" name="Shape 1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pic>
        <p:nvPicPr>
          <p:cNvPr id="12" name="Google Shape;6;p1" descr="Google Shape;6;p1"/>
          <p:cNvPicPr>
            <a:picLocks noChangeAspect="1"/>
          </p:cNvPicPr>
          <p:nvPr/>
        </p:nvPicPr>
        <p:blipFill>
          <a:blip r:embed="rId2">
            <a:extLst/>
          </a:blip>
          <a:stretch>
            <a:fillRect/>
          </a:stretch>
        </p:blipFill>
        <p:spPr>
          <a:xfrm>
            <a:off x="0" y="0"/>
            <a:ext cx="9144000" cy="1081200"/>
          </a:xfrm>
          <a:prstGeom prst="rect">
            <a:avLst/>
          </a:prstGeom>
          <a:ln w="12700">
            <a:miter lim="400000"/>
          </a:ln>
        </p:spPr>
      </p:pic>
      <p:pic>
        <p:nvPicPr>
          <p:cNvPr id="13" name="Google Shape;13;p2" descr="Google Shape;13;p2"/>
          <p:cNvPicPr>
            <a:picLocks noChangeAspect="1"/>
          </p:cNvPicPr>
          <p:nvPr/>
        </p:nvPicPr>
        <p:blipFill>
          <a:blip r:embed="rId3">
            <a:extLst/>
          </a:blip>
          <a:stretch>
            <a:fillRect/>
          </a:stretch>
        </p:blipFill>
        <p:spPr>
          <a:xfrm>
            <a:off x="0" y="3281362"/>
            <a:ext cx="9144000" cy="1862101"/>
          </a:xfrm>
          <a:prstGeom prst="rect">
            <a:avLst/>
          </a:prstGeom>
          <a:ln w="12700">
            <a:miter lim="400000"/>
          </a:ln>
        </p:spPr>
      </p:pic>
      <p:sp>
        <p:nvSpPr>
          <p:cNvPr id="14" name="Title Text"/>
          <p:cNvSpPr txBox="1"/>
          <p:nvPr>
            <p:ph type="title"/>
          </p:nvPr>
        </p:nvSpPr>
        <p:spPr>
          <a:xfrm>
            <a:off x="1028700" y="1352553"/>
            <a:ext cx="7086600" cy="1368901"/>
          </a:xfrm>
          <a:prstGeom prst="rect">
            <a:avLst/>
          </a:prstGeom>
        </p:spPr>
        <p:txBody>
          <a:bodyPr anchor="b">
            <a:normAutofit fontScale="100000" lnSpcReduction="0"/>
          </a:bodyPr>
          <a:lstStyle>
            <a:lvl1pPr algn="l">
              <a:defRPr sz="4500"/>
            </a:lvl1pPr>
          </a:lstStyle>
          <a:p>
            <a:pPr/>
            <a:r>
              <a:t>Title Text</a:t>
            </a:r>
          </a:p>
        </p:txBody>
      </p:sp>
      <p:sp>
        <p:nvSpPr>
          <p:cNvPr id="15" name="Body Level One…"/>
          <p:cNvSpPr txBox="1"/>
          <p:nvPr>
            <p:ph type="body" sz="quarter" idx="1"/>
          </p:nvPr>
        </p:nvSpPr>
        <p:spPr>
          <a:xfrm>
            <a:off x="1028700" y="2724150"/>
            <a:ext cx="7086600" cy="514201"/>
          </a:xfrm>
          <a:prstGeom prst="rect">
            <a:avLst/>
          </a:prstGeom>
        </p:spPr>
        <p:txBody>
          <a:bodyPr>
            <a:normAutofit fontScale="100000" lnSpcReduction="0"/>
          </a:bodyPr>
          <a:lstStyle>
            <a:lvl1pPr marL="0" indent="0">
              <a:buClrTx/>
              <a:buSzTx/>
              <a:buFontTx/>
              <a:buNone/>
              <a:defRPr sz="1500"/>
            </a:lvl1pPr>
            <a:lvl2pPr marL="0" indent="342900">
              <a:buClrTx/>
              <a:buSzTx/>
              <a:buFontTx/>
              <a:buNone/>
              <a:defRPr sz="1500"/>
            </a:lvl2pPr>
            <a:lvl3pPr marL="0" indent="685800">
              <a:buClrTx/>
              <a:buSzTx/>
              <a:buFontTx/>
              <a:buNone/>
              <a:defRPr sz="1500"/>
            </a:lvl3pPr>
            <a:lvl4pPr marL="0" indent="1028700">
              <a:buClrTx/>
              <a:buSzTx/>
              <a:buFontTx/>
              <a:buNone/>
              <a:defRPr sz="1500"/>
            </a:lvl4pPr>
            <a:lvl5pPr marL="0" indent="1371600">
              <a:buClrTx/>
              <a:buSzTx/>
              <a:buFontTx/>
              <a:buNone/>
              <a:defRPr sz="1500"/>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7921436" y="1112324"/>
            <a:ext cx="193864"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3" name="Title Text"/>
          <p:cNvSpPr txBox="1"/>
          <p:nvPr>
            <p:ph type="title"/>
          </p:nvPr>
        </p:nvSpPr>
        <p:spPr>
          <a:xfrm>
            <a:off x="2171700" y="573279"/>
            <a:ext cx="6457801" cy="969901"/>
          </a:xfrm>
          <a:prstGeom prst="rect">
            <a:avLst/>
          </a:prstGeom>
        </p:spPr>
        <p:txBody>
          <a:bodyPr>
            <a:normAutofit fontScale="100000" lnSpcReduction="0"/>
          </a:bodyPr>
          <a:lstStyle/>
          <a:p>
            <a:pPr/>
            <a:r>
              <a:t>Title Text</a:t>
            </a:r>
          </a:p>
        </p:txBody>
      </p:sp>
      <p:sp>
        <p:nvSpPr>
          <p:cNvPr id="24" name="Body Level One…"/>
          <p:cNvSpPr txBox="1"/>
          <p:nvPr>
            <p:ph type="body" idx="1"/>
          </p:nvPr>
        </p:nvSpPr>
        <p:spPr>
          <a:xfrm>
            <a:off x="514350" y="1645920"/>
            <a:ext cx="8115300" cy="30180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pic>
        <p:nvPicPr>
          <p:cNvPr id="32" name="Google Shape;26;p4" descr="Google Shape;26;p4"/>
          <p:cNvPicPr>
            <a:picLocks noChangeAspect="1"/>
          </p:cNvPicPr>
          <p:nvPr/>
        </p:nvPicPr>
        <p:blipFill>
          <a:blip r:embed="rId2">
            <a:extLst/>
          </a:blip>
          <a:stretch>
            <a:fillRect/>
          </a:stretch>
        </p:blipFill>
        <p:spPr>
          <a:xfrm>
            <a:off x="0" y="3281362"/>
            <a:ext cx="9144000" cy="1862101"/>
          </a:xfrm>
          <a:prstGeom prst="rect">
            <a:avLst/>
          </a:prstGeom>
          <a:ln w="12700">
            <a:miter lim="400000"/>
          </a:ln>
        </p:spPr>
      </p:pic>
      <p:sp>
        <p:nvSpPr>
          <p:cNvPr id="33" name="Title Text"/>
          <p:cNvSpPr txBox="1"/>
          <p:nvPr>
            <p:ph type="title"/>
          </p:nvPr>
        </p:nvSpPr>
        <p:spPr>
          <a:xfrm>
            <a:off x="514350" y="565150"/>
            <a:ext cx="8115300" cy="2101501"/>
          </a:xfrm>
          <a:prstGeom prst="rect">
            <a:avLst/>
          </a:prstGeom>
        </p:spPr>
        <p:txBody>
          <a:bodyPr anchor="b">
            <a:normAutofit fontScale="100000" lnSpcReduction="0"/>
          </a:bodyPr>
          <a:lstStyle/>
          <a:p>
            <a:pPr/>
            <a:r>
              <a:t>Title Text</a:t>
            </a:r>
          </a:p>
        </p:txBody>
      </p:sp>
      <p:sp>
        <p:nvSpPr>
          <p:cNvPr id="34" name="Body Level One…"/>
          <p:cNvSpPr txBox="1"/>
          <p:nvPr>
            <p:ph type="body" sz="quarter" idx="1"/>
          </p:nvPr>
        </p:nvSpPr>
        <p:spPr>
          <a:xfrm>
            <a:off x="768350" y="2731293"/>
            <a:ext cx="7867801" cy="716701"/>
          </a:xfrm>
          <a:prstGeom prst="rect">
            <a:avLst/>
          </a:prstGeom>
        </p:spPr>
        <p:txBody>
          <a:bodyPr>
            <a:normAutofit fontScale="100000" lnSpcReduction="0"/>
          </a:bodyPr>
          <a:lstStyle>
            <a:lvl1pPr marL="228600" indent="0" algn="r">
              <a:buClrTx/>
              <a:buSzTx/>
              <a:buFontTx/>
              <a:buNone/>
            </a:lvl1pPr>
            <a:lvl2pPr marL="228600" indent="457200" algn="r">
              <a:buClrTx/>
              <a:buSzTx/>
              <a:buFontTx/>
              <a:buNone/>
            </a:lvl2pPr>
            <a:lvl3pPr marL="228600" indent="914400" algn="r">
              <a:buClrTx/>
              <a:buSzTx/>
              <a:buFontTx/>
              <a:buNone/>
            </a:lvl3pPr>
            <a:lvl4pPr marL="228600" indent="1371600" algn="r">
              <a:buClrTx/>
              <a:buSzTx/>
              <a:buFontTx/>
              <a:buNone/>
            </a:lvl4pPr>
            <a:lvl5pPr marL="228600" indent="1828800" algn="r">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xfrm>
            <a:off x="8435675" y="324924"/>
            <a:ext cx="193865"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2" name="Title Text"/>
          <p:cNvSpPr txBox="1"/>
          <p:nvPr>
            <p:ph type="title"/>
          </p:nvPr>
        </p:nvSpPr>
        <p:spPr>
          <a:xfrm>
            <a:off x="2171700" y="573279"/>
            <a:ext cx="6457801" cy="969901"/>
          </a:xfrm>
          <a:prstGeom prst="rect">
            <a:avLst/>
          </a:prstGeom>
        </p:spPr>
        <p:txBody>
          <a:bodyPr>
            <a:normAutofit fontScale="100000" lnSpcReduction="0"/>
          </a:bodyPr>
          <a:lstStyle/>
          <a:p>
            <a:pPr/>
            <a:r>
              <a:t>Title Text</a:t>
            </a:r>
          </a:p>
        </p:txBody>
      </p:sp>
      <p:sp>
        <p:nvSpPr>
          <p:cNvPr id="43" name="Body Level One…"/>
          <p:cNvSpPr txBox="1"/>
          <p:nvPr>
            <p:ph type="body" sz="half" idx="1"/>
          </p:nvPr>
        </p:nvSpPr>
        <p:spPr>
          <a:xfrm>
            <a:off x="514350" y="1645918"/>
            <a:ext cx="4000500" cy="3018002"/>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4" name="Google Shape;35;p5"/>
          <p:cNvSpPr txBox="1"/>
          <p:nvPr>
            <p:ph type="body" sz="half" idx="21"/>
          </p:nvPr>
        </p:nvSpPr>
        <p:spPr>
          <a:xfrm>
            <a:off x="4629150" y="1645918"/>
            <a:ext cx="4000500" cy="3018001"/>
          </a:xfrm>
          <a:prstGeom prst="rect">
            <a:avLst/>
          </a:prstGeom>
        </p:spPr>
        <p:txBody>
          <a:bodyPr>
            <a:normAutofit fontScale="100000" lnSpcReduction="0"/>
          </a:bodyPr>
          <a:lstStyle/>
          <a:p>
            <a:pP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2" name="Title Text"/>
          <p:cNvSpPr txBox="1"/>
          <p:nvPr>
            <p:ph type="title"/>
          </p:nvPr>
        </p:nvSpPr>
        <p:spPr>
          <a:xfrm>
            <a:off x="2171700" y="571500"/>
            <a:ext cx="6457801" cy="971700"/>
          </a:xfrm>
          <a:prstGeom prst="rect">
            <a:avLst/>
          </a:prstGeom>
        </p:spPr>
        <p:txBody>
          <a:bodyPr>
            <a:normAutofit fontScale="100000" lnSpcReduction="0"/>
          </a:bodyPr>
          <a:lstStyle/>
          <a:p>
            <a:pPr/>
            <a:r>
              <a:t>Title Text</a:t>
            </a:r>
          </a:p>
        </p:txBody>
      </p:sp>
      <p:sp>
        <p:nvSpPr>
          <p:cNvPr id="53" name="Body Level One…"/>
          <p:cNvSpPr txBox="1"/>
          <p:nvPr>
            <p:ph type="body" sz="quarter" idx="1"/>
          </p:nvPr>
        </p:nvSpPr>
        <p:spPr>
          <a:xfrm>
            <a:off x="685806" y="1637850"/>
            <a:ext cx="3810001" cy="618002"/>
          </a:xfrm>
          <a:prstGeom prst="rect">
            <a:avLst/>
          </a:prstGeom>
        </p:spPr>
        <p:txBody>
          <a:bodyPr anchor="b">
            <a:normAutofit fontScale="100000" lnSpcReduction="0"/>
          </a:bodyPr>
          <a:lstStyle>
            <a:lvl1pPr marL="228600" indent="0">
              <a:buClrTx/>
              <a:buSzTx/>
              <a:buFontTx/>
              <a:buNone/>
              <a:defRPr sz="2100"/>
            </a:lvl1pPr>
            <a:lvl2pPr marL="228600" indent="457200">
              <a:buClrTx/>
              <a:buSzTx/>
              <a:buFontTx/>
              <a:buNone/>
              <a:defRPr sz="2100"/>
            </a:lvl2pPr>
            <a:lvl3pPr marL="228600" indent="914400">
              <a:buClrTx/>
              <a:buSzTx/>
              <a:buFontTx/>
              <a:buNone/>
              <a:defRPr sz="2100"/>
            </a:lvl3pPr>
            <a:lvl4pPr marL="228600" indent="1371600">
              <a:buClrTx/>
              <a:buSzTx/>
              <a:buFontTx/>
              <a:buNone/>
              <a:defRPr sz="2100"/>
            </a:lvl4pPr>
            <a:lvl5pPr marL="228600" indent="1828800">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54" name="Google Shape;42;p6"/>
          <p:cNvSpPr txBox="1"/>
          <p:nvPr>
            <p:ph type="body" sz="quarter" idx="21"/>
          </p:nvPr>
        </p:nvSpPr>
        <p:spPr>
          <a:xfrm>
            <a:off x="514349" y="2349499"/>
            <a:ext cx="3983701" cy="2314502"/>
          </a:xfrm>
          <a:prstGeom prst="rect">
            <a:avLst/>
          </a:prstGeom>
        </p:spPr>
        <p:txBody>
          <a:bodyPr>
            <a:normAutofit fontScale="100000" lnSpcReduction="0"/>
          </a:bodyPr>
          <a:lstStyle/>
          <a:p>
            <a:pPr/>
          </a:p>
        </p:txBody>
      </p:sp>
      <p:sp>
        <p:nvSpPr>
          <p:cNvPr id="55" name="Google Shape;43;p6"/>
          <p:cNvSpPr txBox="1"/>
          <p:nvPr>
            <p:ph type="body" sz="quarter" idx="22"/>
          </p:nvPr>
        </p:nvSpPr>
        <p:spPr>
          <a:xfrm>
            <a:off x="4800599" y="1637850"/>
            <a:ext cx="3828902" cy="618002"/>
          </a:xfrm>
          <a:prstGeom prst="rect">
            <a:avLst/>
          </a:prstGeom>
        </p:spPr>
        <p:txBody>
          <a:bodyPr anchor="b">
            <a:normAutofit fontScale="100000" lnSpcReduction="0"/>
          </a:bodyPr>
          <a:lstStyle/>
          <a:p>
            <a:pPr marL="228600" indent="0">
              <a:buClrTx/>
              <a:buSzTx/>
              <a:buFontTx/>
              <a:buNone/>
              <a:defRPr sz="2100"/>
            </a:pPr>
          </a:p>
        </p:txBody>
      </p:sp>
      <p:sp>
        <p:nvSpPr>
          <p:cNvPr id="56" name="Google Shape;44;p6"/>
          <p:cNvSpPr txBox="1"/>
          <p:nvPr>
            <p:ph type="body" sz="quarter" idx="23"/>
          </p:nvPr>
        </p:nvSpPr>
        <p:spPr>
          <a:xfrm>
            <a:off x="4629150" y="2349499"/>
            <a:ext cx="4000500" cy="2314502"/>
          </a:xfrm>
          <a:prstGeom prst="rect">
            <a:avLst/>
          </a:prstGeom>
        </p:spPr>
        <p:txBody>
          <a:bodyPr>
            <a:normAutofit fontScale="100000" lnSpcReduction="0"/>
          </a:bodyPr>
          <a:lstStyle/>
          <a:p>
            <a:pP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4" name="Title Text"/>
          <p:cNvSpPr txBox="1"/>
          <p:nvPr>
            <p:ph type="title"/>
          </p:nvPr>
        </p:nvSpPr>
        <p:spPr>
          <a:xfrm>
            <a:off x="2171700" y="573279"/>
            <a:ext cx="6457801" cy="969901"/>
          </a:xfrm>
          <a:prstGeom prst="rect">
            <a:avLst/>
          </a:prstGeom>
        </p:spPr>
        <p:txBody>
          <a:bodyPr>
            <a:normAutofit fontScale="100000" lnSpcReduction="0"/>
          </a:body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9" name="Title Text"/>
          <p:cNvSpPr txBox="1"/>
          <p:nvPr>
            <p:ph type="title"/>
          </p:nvPr>
        </p:nvSpPr>
        <p:spPr>
          <a:xfrm>
            <a:off x="514350" y="1143000"/>
            <a:ext cx="3086100" cy="1200001"/>
          </a:xfrm>
          <a:prstGeom prst="rect">
            <a:avLst/>
          </a:prstGeom>
        </p:spPr>
        <p:txBody>
          <a:bodyPr anchor="b">
            <a:normAutofit fontScale="100000" lnSpcReduction="0"/>
          </a:bodyPr>
          <a:lstStyle>
            <a:lvl1pPr algn="l">
              <a:defRPr sz="2400"/>
            </a:lvl1pPr>
          </a:lstStyle>
          <a:p>
            <a:pPr/>
            <a:r>
              <a:t>Title Text</a:t>
            </a:r>
          </a:p>
        </p:txBody>
      </p:sp>
      <p:sp>
        <p:nvSpPr>
          <p:cNvPr id="80" name="Body Level One…"/>
          <p:cNvSpPr txBox="1"/>
          <p:nvPr>
            <p:ph type="body" idx="1"/>
          </p:nvPr>
        </p:nvSpPr>
        <p:spPr>
          <a:xfrm>
            <a:off x="3746686" y="560069"/>
            <a:ext cx="4883101" cy="4104000"/>
          </a:xfrm>
          <a:prstGeom prst="rect">
            <a:avLst/>
          </a:prstGeom>
        </p:spPr>
        <p:txBody>
          <a:bodyPr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81" name="Google Shape;60;p9"/>
          <p:cNvSpPr txBox="1"/>
          <p:nvPr>
            <p:ph type="body" sz="quarter" idx="21"/>
          </p:nvPr>
        </p:nvSpPr>
        <p:spPr>
          <a:xfrm>
            <a:off x="514350" y="2343149"/>
            <a:ext cx="3086100" cy="2320801"/>
          </a:xfrm>
          <a:prstGeom prst="rect">
            <a:avLst/>
          </a:prstGeom>
        </p:spPr>
        <p:txBody>
          <a:bodyPr>
            <a:normAutofit fontScale="100000" lnSpcReduction="0"/>
          </a:bodyPr>
          <a:lstStyle/>
          <a:p>
            <a:pPr marL="228600" indent="0">
              <a:buClrTx/>
              <a:buSzTx/>
              <a:buFontTx/>
              <a:buNone/>
              <a:defRPr sz="1200"/>
            </a:pPr>
          </a:p>
        </p:txBody>
      </p:sp>
      <p:sp>
        <p:nvSpPr>
          <p:cNvPr id="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9" name="Title Text"/>
          <p:cNvSpPr txBox="1"/>
          <p:nvPr>
            <p:ph type="title"/>
          </p:nvPr>
        </p:nvSpPr>
        <p:spPr>
          <a:xfrm>
            <a:off x="514350" y="1143000"/>
            <a:ext cx="5154901" cy="1200001"/>
          </a:xfrm>
          <a:prstGeom prst="rect">
            <a:avLst/>
          </a:prstGeom>
        </p:spPr>
        <p:txBody>
          <a:bodyPr anchor="b">
            <a:normAutofit fontScale="100000" lnSpcReduction="0"/>
          </a:bodyPr>
          <a:lstStyle>
            <a:lvl1pPr algn="l">
              <a:defRPr sz="2400"/>
            </a:lvl1pPr>
          </a:lstStyle>
          <a:p>
            <a:pPr/>
            <a:r>
              <a:t>Title Text</a:t>
            </a:r>
          </a:p>
        </p:txBody>
      </p:sp>
      <p:sp>
        <p:nvSpPr>
          <p:cNvPr id="90" name="Google Shape;66;p10"/>
          <p:cNvSpPr/>
          <p:nvPr>
            <p:ph type="pic" sz="half" idx="21"/>
          </p:nvPr>
        </p:nvSpPr>
        <p:spPr>
          <a:xfrm>
            <a:off x="5895928" y="563431"/>
            <a:ext cx="2733601" cy="4100701"/>
          </a:xfrm>
          <a:prstGeom prst="rect">
            <a:avLst/>
          </a:prstGeom>
        </p:spPr>
        <p:txBody>
          <a:bodyPr lIns="91439" tIns="45719" rIns="91439" bIns="45719"/>
          <a:lstStyle/>
          <a:p>
            <a:pPr/>
          </a:p>
        </p:txBody>
      </p:sp>
      <p:sp>
        <p:nvSpPr>
          <p:cNvPr id="91" name="Body Level One…"/>
          <p:cNvSpPr txBox="1"/>
          <p:nvPr>
            <p:ph type="body" sz="half" idx="1"/>
          </p:nvPr>
        </p:nvSpPr>
        <p:spPr>
          <a:xfrm>
            <a:off x="514350" y="2343149"/>
            <a:ext cx="5154901" cy="2320801"/>
          </a:xfrm>
          <a:prstGeom prst="rect">
            <a:avLst/>
          </a:prstGeom>
        </p:spPr>
        <p:txBody>
          <a:bodyPr>
            <a:normAutofit fontScale="100000" lnSpcReduction="0"/>
          </a:bodyPr>
          <a:lstStyle>
            <a:lvl1pPr marL="228600" indent="0">
              <a:buClrTx/>
              <a:buSzTx/>
              <a:buFontTx/>
              <a:buNone/>
              <a:defRPr sz="1200"/>
            </a:lvl1pPr>
            <a:lvl2pPr marL="228600" indent="457200">
              <a:buClrTx/>
              <a:buSzTx/>
              <a:buFontTx/>
              <a:buNone/>
              <a:defRPr sz="1200"/>
            </a:lvl2pPr>
            <a:lvl3pPr marL="228600" indent="914400">
              <a:buClrTx/>
              <a:buSzTx/>
              <a:buFontTx/>
              <a:buNone/>
              <a:defRPr sz="1200"/>
            </a:lvl3pPr>
            <a:lvl4pPr marL="228600" indent="1371600">
              <a:buClrTx/>
              <a:buSzTx/>
              <a:buFontTx/>
              <a:buNone/>
              <a:defRPr sz="1200"/>
            </a:lvl4pPr>
            <a:lvl5pPr marL="228600" indent="182880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anoramic Picture with Caption">
    <p:spTree>
      <p:nvGrpSpPr>
        <p:cNvPr id="1" name=""/>
        <p:cNvGrpSpPr/>
        <p:nvPr/>
      </p:nvGrpSpPr>
      <p:grpSpPr>
        <a:xfrm>
          <a:off x="0" y="0"/>
          <a:ext cx="0" cy="0"/>
          <a:chOff x="0" y="0"/>
          <a:chExt cx="0" cy="0"/>
        </a:xfrm>
      </p:grpSpPr>
      <p:sp>
        <p:nvSpPr>
          <p:cNvPr id="99" name="Title Text"/>
          <p:cNvSpPr txBox="1"/>
          <p:nvPr>
            <p:ph type="title"/>
          </p:nvPr>
        </p:nvSpPr>
        <p:spPr>
          <a:xfrm>
            <a:off x="514332" y="3523019"/>
            <a:ext cx="8116501" cy="614401"/>
          </a:xfrm>
          <a:prstGeom prst="rect">
            <a:avLst/>
          </a:prstGeom>
        </p:spPr>
        <p:txBody>
          <a:bodyPr anchor="b">
            <a:normAutofit fontScale="100000" lnSpcReduction="0"/>
          </a:bodyPr>
          <a:lstStyle>
            <a:lvl1pPr algn="l">
              <a:defRPr sz="2400"/>
            </a:lvl1pPr>
          </a:lstStyle>
          <a:p>
            <a:pPr/>
            <a:r>
              <a:t>Title Text</a:t>
            </a:r>
          </a:p>
        </p:txBody>
      </p:sp>
      <p:sp>
        <p:nvSpPr>
          <p:cNvPr id="100" name="Google Shape;73;p11"/>
          <p:cNvSpPr/>
          <p:nvPr>
            <p:ph type="pic" idx="21"/>
          </p:nvPr>
        </p:nvSpPr>
        <p:spPr>
          <a:xfrm>
            <a:off x="511295" y="706078"/>
            <a:ext cx="8116500" cy="2608502"/>
          </a:xfrm>
          <a:prstGeom prst="rect">
            <a:avLst/>
          </a:prstGeom>
        </p:spPr>
        <p:txBody>
          <a:bodyPr lIns="91439" tIns="45719" rIns="91439" bIns="45719"/>
          <a:lstStyle/>
          <a:p>
            <a:pPr/>
          </a:p>
        </p:txBody>
      </p:sp>
      <p:sp>
        <p:nvSpPr>
          <p:cNvPr id="101" name="Body Level One…"/>
          <p:cNvSpPr txBox="1"/>
          <p:nvPr>
            <p:ph type="body" sz="quarter" idx="1"/>
          </p:nvPr>
        </p:nvSpPr>
        <p:spPr>
          <a:xfrm>
            <a:off x="514350" y="4137535"/>
            <a:ext cx="8115300" cy="526501"/>
          </a:xfrm>
          <a:prstGeom prst="rect">
            <a:avLst/>
          </a:prstGeom>
        </p:spPr>
        <p:txBody>
          <a:bodyPr>
            <a:normAutofit fontScale="100000" lnSpcReduction="0"/>
          </a:bodyPr>
          <a:lstStyle>
            <a:lvl1pPr marL="228600" indent="0">
              <a:buClrTx/>
              <a:buSzTx/>
              <a:buFontTx/>
              <a:buNone/>
              <a:defRPr sz="1200"/>
            </a:lvl1pPr>
            <a:lvl2pPr marL="228600" indent="457200">
              <a:buClrTx/>
              <a:buSzTx/>
              <a:buFontTx/>
              <a:buNone/>
              <a:defRPr sz="1200"/>
            </a:lvl2pPr>
            <a:lvl3pPr marL="228600" indent="914400">
              <a:buClrTx/>
              <a:buSzTx/>
              <a:buFontTx/>
              <a:buNone/>
              <a:defRPr sz="1200"/>
            </a:lvl3pPr>
            <a:lvl4pPr marL="228600" indent="1371600">
              <a:buClrTx/>
              <a:buSzTx/>
              <a:buFontTx/>
              <a:buNone/>
              <a:defRPr sz="1200"/>
            </a:lvl4pPr>
            <a:lvl5pPr marL="228600" indent="182880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10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aption">
    <p:spTree>
      <p:nvGrpSpPr>
        <p:cNvPr id="1" name=""/>
        <p:cNvGrpSpPr/>
        <p:nvPr/>
      </p:nvGrpSpPr>
      <p:grpSpPr>
        <a:xfrm>
          <a:off x="0" y="0"/>
          <a:ext cx="0" cy="0"/>
          <a:chOff x="0" y="0"/>
          <a:chExt cx="0" cy="0"/>
        </a:xfrm>
      </p:grpSpPr>
      <p:pic>
        <p:nvPicPr>
          <p:cNvPr id="109" name="Google Shape;79;p12" descr="Google Shape;79;p12"/>
          <p:cNvPicPr>
            <a:picLocks noChangeAspect="1"/>
          </p:cNvPicPr>
          <p:nvPr/>
        </p:nvPicPr>
        <p:blipFill>
          <a:blip r:embed="rId2">
            <a:extLst/>
          </a:blip>
          <a:stretch>
            <a:fillRect/>
          </a:stretch>
        </p:blipFill>
        <p:spPr>
          <a:xfrm>
            <a:off x="0" y="3281362"/>
            <a:ext cx="9144000" cy="1862101"/>
          </a:xfrm>
          <a:prstGeom prst="rect">
            <a:avLst/>
          </a:prstGeom>
          <a:ln w="12700">
            <a:miter lim="400000"/>
          </a:ln>
        </p:spPr>
      </p:pic>
      <p:sp>
        <p:nvSpPr>
          <p:cNvPr id="110" name="Title Text"/>
          <p:cNvSpPr txBox="1"/>
          <p:nvPr>
            <p:ph type="title"/>
          </p:nvPr>
        </p:nvSpPr>
        <p:spPr>
          <a:xfrm>
            <a:off x="514350" y="565148"/>
            <a:ext cx="8115300" cy="2101801"/>
          </a:xfrm>
          <a:prstGeom prst="rect">
            <a:avLst/>
          </a:prstGeom>
        </p:spPr>
        <p:txBody>
          <a:bodyPr>
            <a:normAutofit fontScale="100000" lnSpcReduction="0"/>
          </a:bodyPr>
          <a:lstStyle>
            <a:lvl1pPr algn="l">
              <a:defRPr sz="2400"/>
            </a:lvl1pPr>
          </a:lstStyle>
          <a:p>
            <a:pPr/>
            <a:r>
              <a:t>Title Text</a:t>
            </a:r>
          </a:p>
        </p:txBody>
      </p:sp>
      <p:sp>
        <p:nvSpPr>
          <p:cNvPr id="111" name="Body Level One…"/>
          <p:cNvSpPr txBox="1"/>
          <p:nvPr>
            <p:ph type="body" sz="quarter" idx="1"/>
          </p:nvPr>
        </p:nvSpPr>
        <p:spPr>
          <a:xfrm>
            <a:off x="768350" y="2736850"/>
            <a:ext cx="7597800" cy="749400"/>
          </a:xfrm>
          <a:prstGeom prst="rect">
            <a:avLst/>
          </a:prstGeom>
        </p:spPr>
        <p:txBody>
          <a:bodyPr anchor="ctr">
            <a:normAutofit fontScale="100000" lnSpcReduction="0"/>
          </a:bodyPr>
          <a:lstStyle>
            <a:lvl1pPr marL="228600" indent="0">
              <a:buClrTx/>
              <a:buSzTx/>
              <a:buFontTx/>
              <a:buNone/>
              <a:defRPr sz="1200"/>
            </a:lvl1pPr>
            <a:lvl2pPr marL="228600" indent="457200">
              <a:buClrTx/>
              <a:buSzTx/>
              <a:buFontTx/>
              <a:buNone/>
              <a:defRPr sz="1200"/>
            </a:lvl2pPr>
            <a:lvl3pPr marL="228600" indent="914400">
              <a:buClrTx/>
              <a:buSzTx/>
              <a:buFontTx/>
              <a:buNone/>
              <a:defRPr sz="1200"/>
            </a:lvl3pPr>
            <a:lvl4pPr marL="228600" indent="1371600">
              <a:buClrTx/>
              <a:buSzTx/>
              <a:buFontTx/>
              <a:buNone/>
              <a:defRPr sz="1200"/>
            </a:lvl4pPr>
            <a:lvl5pPr marL="228600" indent="182880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112" name="Slide Number"/>
          <p:cNvSpPr txBox="1"/>
          <p:nvPr>
            <p:ph type="sldNum" sz="quarter" idx="2"/>
          </p:nvPr>
        </p:nvSpPr>
        <p:spPr>
          <a:xfrm>
            <a:off x="8435675" y="324924"/>
            <a:ext cx="193865"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with Caption">
    <p:spTree>
      <p:nvGrpSpPr>
        <p:cNvPr id="1" name=""/>
        <p:cNvGrpSpPr/>
        <p:nvPr/>
      </p:nvGrpSpPr>
      <p:grpSpPr>
        <a:xfrm>
          <a:off x="0" y="0"/>
          <a:ext cx="0" cy="0"/>
          <a:chOff x="0" y="0"/>
          <a:chExt cx="0" cy="0"/>
        </a:xfrm>
      </p:grpSpPr>
      <p:pic>
        <p:nvPicPr>
          <p:cNvPr id="119" name="Google Shape;86;p13" descr="Google Shape;86;p13"/>
          <p:cNvPicPr>
            <a:picLocks noChangeAspect="1"/>
          </p:cNvPicPr>
          <p:nvPr/>
        </p:nvPicPr>
        <p:blipFill>
          <a:blip r:embed="rId2">
            <a:extLst/>
          </a:blip>
          <a:stretch>
            <a:fillRect/>
          </a:stretch>
        </p:blipFill>
        <p:spPr>
          <a:xfrm>
            <a:off x="0" y="3281362"/>
            <a:ext cx="9144000" cy="1862101"/>
          </a:xfrm>
          <a:prstGeom prst="rect">
            <a:avLst/>
          </a:prstGeom>
          <a:ln w="12700">
            <a:miter lim="400000"/>
          </a:ln>
        </p:spPr>
      </p:pic>
      <p:sp>
        <p:nvSpPr>
          <p:cNvPr id="120" name="Title Text"/>
          <p:cNvSpPr txBox="1"/>
          <p:nvPr>
            <p:ph type="title"/>
          </p:nvPr>
        </p:nvSpPr>
        <p:spPr>
          <a:xfrm>
            <a:off x="768350" y="565150"/>
            <a:ext cx="7613701" cy="1953300"/>
          </a:xfrm>
          <a:prstGeom prst="rect">
            <a:avLst/>
          </a:prstGeom>
        </p:spPr>
        <p:txBody>
          <a:bodyPr>
            <a:normAutofit fontScale="100000" lnSpcReduction="0"/>
          </a:bodyPr>
          <a:lstStyle>
            <a:lvl1pPr algn="l">
              <a:defRPr sz="2400"/>
            </a:lvl1pPr>
          </a:lstStyle>
          <a:p>
            <a:pPr/>
            <a:r>
              <a:t>Title Text</a:t>
            </a:r>
          </a:p>
        </p:txBody>
      </p:sp>
      <p:sp>
        <p:nvSpPr>
          <p:cNvPr id="121" name="Body Level One…"/>
          <p:cNvSpPr txBox="1"/>
          <p:nvPr>
            <p:ph type="body" sz="quarter" idx="1"/>
          </p:nvPr>
        </p:nvSpPr>
        <p:spPr>
          <a:xfrm>
            <a:off x="977899" y="2524167"/>
            <a:ext cx="7194601" cy="333301"/>
          </a:xfrm>
          <a:prstGeom prst="rect">
            <a:avLst/>
          </a:prstGeom>
        </p:spPr>
        <p:txBody>
          <a:bodyPr>
            <a:normAutofit fontScale="100000" lnSpcReduction="0"/>
          </a:bodyPr>
          <a:lstStyle>
            <a:lvl1pPr marL="228600" indent="0">
              <a:buClrTx/>
              <a:buSzTx/>
              <a:buFontTx/>
              <a:buNone/>
              <a:defRPr sz="1100"/>
            </a:lvl1pPr>
            <a:lvl2pPr marL="228600" indent="457200">
              <a:buClrTx/>
              <a:buSzTx/>
              <a:buFontTx/>
              <a:buNone/>
              <a:defRPr sz="1100"/>
            </a:lvl2pPr>
            <a:lvl3pPr marL="228600" indent="914400">
              <a:buClrTx/>
              <a:buSzTx/>
              <a:buFontTx/>
              <a:buNone/>
              <a:defRPr sz="1100"/>
            </a:lvl3pPr>
            <a:lvl4pPr marL="228600" indent="1371600">
              <a:buClrTx/>
              <a:buSzTx/>
              <a:buFontTx/>
              <a:buNone/>
              <a:defRPr sz="1100"/>
            </a:lvl4pPr>
            <a:lvl5pPr marL="228600" indent="1828800">
              <a:buClrTx/>
              <a:buSzTx/>
              <a:buFontTx/>
              <a:buNone/>
              <a:defRPr sz="1100"/>
            </a:lvl5pPr>
          </a:lstStyle>
          <a:p>
            <a:pPr/>
            <a:r>
              <a:t>Body Level One</a:t>
            </a:r>
          </a:p>
          <a:p>
            <a:pPr lvl="1"/>
            <a:r>
              <a:t>Body Level Two</a:t>
            </a:r>
          </a:p>
          <a:p>
            <a:pPr lvl="2"/>
            <a:r>
              <a:t>Body Level Three</a:t>
            </a:r>
          </a:p>
          <a:p>
            <a:pPr lvl="3"/>
            <a:r>
              <a:t>Body Level Four</a:t>
            </a:r>
          </a:p>
          <a:p>
            <a:pPr lvl="4"/>
            <a:r>
              <a:t>Body Level Five</a:t>
            </a:r>
          </a:p>
        </p:txBody>
      </p:sp>
      <p:sp>
        <p:nvSpPr>
          <p:cNvPr id="122" name="Google Shape;89;p13"/>
          <p:cNvSpPr txBox="1"/>
          <p:nvPr>
            <p:ph type="body" sz="quarter" idx="21"/>
          </p:nvPr>
        </p:nvSpPr>
        <p:spPr>
          <a:xfrm>
            <a:off x="768349" y="2969897"/>
            <a:ext cx="7613702" cy="510001"/>
          </a:xfrm>
          <a:prstGeom prst="rect">
            <a:avLst/>
          </a:prstGeom>
        </p:spPr>
        <p:txBody>
          <a:bodyPr anchor="ctr">
            <a:normAutofit fontScale="100000" lnSpcReduction="0"/>
          </a:bodyPr>
          <a:lstStyle/>
          <a:p>
            <a:pPr marL="228600" indent="0">
              <a:buClrTx/>
              <a:buSzTx/>
              <a:buFontTx/>
              <a:buNone/>
              <a:defRPr sz="1200"/>
            </a:pPr>
          </a:p>
        </p:txBody>
      </p:sp>
      <p:sp>
        <p:nvSpPr>
          <p:cNvPr id="123" name="Google Shape;93;p13"/>
          <p:cNvSpPr txBox="1"/>
          <p:nvPr/>
        </p:nvSpPr>
        <p:spPr>
          <a:xfrm>
            <a:off x="391488" y="421563"/>
            <a:ext cx="388601" cy="995651"/>
          </a:xfrm>
          <a:prstGeom prst="rect">
            <a:avLst/>
          </a:prstGeom>
          <a:ln w="12700">
            <a:miter lim="400000"/>
          </a:ln>
          <a:extLst>
            <a:ext uri="{C572A759-6A51-4108-AA02-DFA0A04FC94B}">
              <ma14:wrappingTextBoxFlag xmlns:ma14="http://schemas.microsoft.com/office/mac/drawingml/2011/main" val="1"/>
            </a:ext>
          </a:extLst>
        </p:spPr>
        <p:txBody>
          <a:bodyPr lIns="34275" tIns="34275" rIns="34275" bIns="34275" anchor="ctr">
            <a:spAutoFit/>
          </a:bodyPr>
          <a:lstStyle>
            <a:lvl1pPr>
              <a:defRPr sz="6000">
                <a:solidFill>
                  <a:srgbClr val="FFFFFF"/>
                </a:solidFill>
                <a:latin typeface="Century Gothic"/>
                <a:ea typeface="Century Gothic"/>
                <a:cs typeface="Century Gothic"/>
                <a:sym typeface="Century Gothic"/>
              </a:defRPr>
            </a:lvl1pPr>
          </a:lstStyle>
          <a:p>
            <a:pPr/>
            <a:r>
              <a:t>“</a:t>
            </a:r>
          </a:p>
        </p:txBody>
      </p:sp>
      <p:sp>
        <p:nvSpPr>
          <p:cNvPr id="124" name="Google Shape;94;p13"/>
          <p:cNvSpPr txBox="1"/>
          <p:nvPr/>
        </p:nvSpPr>
        <p:spPr>
          <a:xfrm>
            <a:off x="8272472" y="1747443"/>
            <a:ext cx="388601" cy="995651"/>
          </a:xfrm>
          <a:prstGeom prst="rect">
            <a:avLst/>
          </a:prstGeom>
          <a:ln w="12700">
            <a:miter lim="400000"/>
          </a:ln>
          <a:extLst>
            <a:ext uri="{C572A759-6A51-4108-AA02-DFA0A04FC94B}">
              <ma14:wrappingTextBoxFlag xmlns:ma14="http://schemas.microsoft.com/office/mac/drawingml/2011/main" val="1"/>
            </a:ext>
          </a:extLst>
        </p:spPr>
        <p:txBody>
          <a:bodyPr lIns="34275" tIns="34275" rIns="34275" bIns="34275" anchor="ctr">
            <a:spAutoFit/>
          </a:bodyPr>
          <a:lstStyle>
            <a:lvl1pPr algn="r">
              <a:defRPr sz="6000">
                <a:solidFill>
                  <a:srgbClr val="FFFFFF"/>
                </a:solidFill>
                <a:latin typeface="Century Gothic"/>
                <a:ea typeface="Century Gothic"/>
                <a:cs typeface="Century Gothic"/>
                <a:sym typeface="Century Gothic"/>
              </a:defRPr>
            </a:lvl1pPr>
          </a:lstStyle>
          <a:p>
            <a:pPr/>
            <a:r>
              <a:t>”</a:t>
            </a:r>
          </a:p>
        </p:txBody>
      </p:sp>
      <p:sp>
        <p:nvSpPr>
          <p:cNvPr id="125" name="Slide Number"/>
          <p:cNvSpPr txBox="1"/>
          <p:nvPr>
            <p:ph type="sldNum" sz="quarter" idx="2"/>
          </p:nvPr>
        </p:nvSpPr>
        <p:spPr>
          <a:xfrm>
            <a:off x="8435675" y="324924"/>
            <a:ext cx="193865"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Name Card">
    <p:spTree>
      <p:nvGrpSpPr>
        <p:cNvPr id="1" name=""/>
        <p:cNvGrpSpPr/>
        <p:nvPr/>
      </p:nvGrpSpPr>
      <p:grpSpPr>
        <a:xfrm>
          <a:off x="0" y="0"/>
          <a:ext cx="0" cy="0"/>
          <a:chOff x="0" y="0"/>
          <a:chExt cx="0" cy="0"/>
        </a:xfrm>
      </p:grpSpPr>
      <p:pic>
        <p:nvPicPr>
          <p:cNvPr id="132" name="Google Shape;96;p14" descr="Google Shape;96;p14"/>
          <p:cNvPicPr>
            <a:picLocks noChangeAspect="1"/>
          </p:cNvPicPr>
          <p:nvPr/>
        </p:nvPicPr>
        <p:blipFill>
          <a:blip r:embed="rId2">
            <a:extLst/>
          </a:blip>
          <a:stretch>
            <a:fillRect/>
          </a:stretch>
        </p:blipFill>
        <p:spPr>
          <a:xfrm>
            <a:off x="0" y="3281362"/>
            <a:ext cx="9144000" cy="1862101"/>
          </a:xfrm>
          <a:prstGeom prst="rect">
            <a:avLst/>
          </a:prstGeom>
          <a:ln w="12700">
            <a:miter lim="400000"/>
          </a:ln>
        </p:spPr>
      </p:pic>
      <p:sp>
        <p:nvSpPr>
          <p:cNvPr id="133" name="Title Text"/>
          <p:cNvSpPr txBox="1"/>
          <p:nvPr>
            <p:ph type="title"/>
          </p:nvPr>
        </p:nvSpPr>
        <p:spPr>
          <a:xfrm>
            <a:off x="768370" y="843526"/>
            <a:ext cx="7609501" cy="1884000"/>
          </a:xfrm>
          <a:prstGeom prst="rect">
            <a:avLst/>
          </a:prstGeom>
        </p:spPr>
        <p:txBody>
          <a:bodyPr anchor="b">
            <a:normAutofit fontScale="100000" lnSpcReduction="0"/>
          </a:bodyPr>
          <a:lstStyle>
            <a:lvl1pPr algn="l">
              <a:defRPr sz="2400"/>
            </a:lvl1pPr>
          </a:lstStyle>
          <a:p>
            <a:pPr/>
            <a:r>
              <a:t>Title Text</a:t>
            </a:r>
          </a:p>
        </p:txBody>
      </p:sp>
      <p:sp>
        <p:nvSpPr>
          <p:cNvPr id="134" name="Body Level One…"/>
          <p:cNvSpPr txBox="1"/>
          <p:nvPr>
            <p:ph type="body" sz="quarter" idx="1"/>
          </p:nvPr>
        </p:nvSpPr>
        <p:spPr>
          <a:xfrm>
            <a:off x="768350" y="2736236"/>
            <a:ext cx="7608600" cy="750001"/>
          </a:xfrm>
          <a:prstGeom prst="rect">
            <a:avLst/>
          </a:prstGeom>
        </p:spPr>
        <p:txBody>
          <a:bodyPr>
            <a:normAutofit fontScale="100000" lnSpcReduction="0"/>
          </a:bodyPr>
          <a:lstStyle>
            <a:lvl1pPr marL="228600" indent="0">
              <a:buClrTx/>
              <a:buSzTx/>
              <a:buFontTx/>
              <a:buNone/>
              <a:defRPr sz="1200"/>
            </a:lvl1pPr>
            <a:lvl2pPr marL="228600" indent="457200">
              <a:buClrTx/>
              <a:buSzTx/>
              <a:buFontTx/>
              <a:buNone/>
              <a:defRPr sz="1200"/>
            </a:lvl2pPr>
            <a:lvl3pPr marL="228600" indent="914400">
              <a:buClrTx/>
              <a:buSzTx/>
              <a:buFontTx/>
              <a:buNone/>
              <a:defRPr sz="1200"/>
            </a:lvl3pPr>
            <a:lvl4pPr marL="228600" indent="1371600">
              <a:buClrTx/>
              <a:buSzTx/>
              <a:buFontTx/>
              <a:buNone/>
              <a:defRPr sz="1200"/>
            </a:lvl4pPr>
            <a:lvl5pPr marL="228600" indent="182880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135" name="Slide Number"/>
          <p:cNvSpPr txBox="1"/>
          <p:nvPr>
            <p:ph type="sldNum" sz="quarter" idx="2"/>
          </p:nvPr>
        </p:nvSpPr>
        <p:spPr>
          <a:xfrm>
            <a:off x="8435675" y="324924"/>
            <a:ext cx="193865"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Column">
    <p:spTree>
      <p:nvGrpSpPr>
        <p:cNvPr id="1" name=""/>
        <p:cNvGrpSpPr/>
        <p:nvPr/>
      </p:nvGrpSpPr>
      <p:grpSpPr>
        <a:xfrm>
          <a:off x="0" y="0"/>
          <a:ext cx="0" cy="0"/>
          <a:chOff x="0" y="0"/>
          <a:chExt cx="0" cy="0"/>
        </a:xfrm>
      </p:grpSpPr>
      <p:sp>
        <p:nvSpPr>
          <p:cNvPr id="142" name="Title Text"/>
          <p:cNvSpPr txBox="1"/>
          <p:nvPr>
            <p:ph type="title"/>
          </p:nvPr>
        </p:nvSpPr>
        <p:spPr>
          <a:xfrm>
            <a:off x="2171700" y="571498"/>
            <a:ext cx="6457801" cy="978001"/>
          </a:xfrm>
          <a:prstGeom prst="rect">
            <a:avLst/>
          </a:prstGeom>
        </p:spPr>
        <p:txBody>
          <a:bodyPr>
            <a:normAutofit fontScale="100000" lnSpcReduction="0"/>
          </a:bodyPr>
          <a:lstStyle/>
          <a:p>
            <a:pPr/>
            <a:r>
              <a:t>Title Text</a:t>
            </a:r>
          </a:p>
        </p:txBody>
      </p:sp>
      <p:sp>
        <p:nvSpPr>
          <p:cNvPr id="143" name="Body Level One…"/>
          <p:cNvSpPr txBox="1"/>
          <p:nvPr>
            <p:ph type="body" sz="quarter" idx="1"/>
          </p:nvPr>
        </p:nvSpPr>
        <p:spPr>
          <a:xfrm>
            <a:off x="514350" y="1651560"/>
            <a:ext cx="2592300" cy="462901"/>
          </a:xfrm>
          <a:prstGeom prst="rect">
            <a:avLst/>
          </a:prstGeom>
        </p:spPr>
        <p:txBody>
          <a:bodyPr anchor="b">
            <a:normAutofit fontScale="100000" lnSpcReduction="0"/>
          </a:bodyPr>
          <a:lstStyle>
            <a:lvl1pPr marL="228600" indent="0">
              <a:buClrTx/>
              <a:buSzTx/>
              <a:buFontTx/>
              <a:buNone/>
              <a:defRPr sz="1800"/>
            </a:lvl1pPr>
            <a:lvl2pPr marL="228600" indent="457200">
              <a:buClrTx/>
              <a:buSzTx/>
              <a:buFontTx/>
              <a:buNone/>
              <a:defRPr sz="1800"/>
            </a:lvl2pPr>
            <a:lvl3pPr marL="228600" indent="914400">
              <a:buClrTx/>
              <a:buSzTx/>
              <a:buFontTx/>
              <a:buNone/>
              <a:defRPr sz="1800"/>
            </a:lvl3pPr>
            <a:lvl4pPr marL="228600" indent="1371600">
              <a:buClrTx/>
              <a:buSzTx/>
              <a:buFontTx/>
              <a:buNone/>
              <a:defRPr sz="1800"/>
            </a:lvl4pPr>
            <a:lvl5pPr marL="228600" indent="1828800">
              <a:buClrTx/>
              <a:buSzTx/>
              <a:buFontTx/>
              <a:buNone/>
              <a:defRPr sz="1800"/>
            </a:lvl5pPr>
          </a:lstStyle>
          <a:p>
            <a:pPr/>
            <a:r>
              <a:t>Body Level One</a:t>
            </a:r>
          </a:p>
          <a:p>
            <a:pPr lvl="1"/>
            <a:r>
              <a:t>Body Level Two</a:t>
            </a:r>
          </a:p>
          <a:p>
            <a:pPr lvl="2"/>
            <a:r>
              <a:t>Body Level Three</a:t>
            </a:r>
          </a:p>
          <a:p>
            <a:pPr lvl="3"/>
            <a:r>
              <a:t>Body Level Four</a:t>
            </a:r>
          </a:p>
          <a:p>
            <a:pPr lvl="4"/>
            <a:r>
              <a:t>Body Level Five</a:t>
            </a:r>
          </a:p>
        </p:txBody>
      </p:sp>
      <p:sp>
        <p:nvSpPr>
          <p:cNvPr id="144" name="Google Shape;105;p15"/>
          <p:cNvSpPr txBox="1"/>
          <p:nvPr>
            <p:ph type="body" sz="quarter" idx="21"/>
          </p:nvPr>
        </p:nvSpPr>
        <p:spPr>
          <a:xfrm>
            <a:off x="514349" y="2178423"/>
            <a:ext cx="2592300" cy="2485502"/>
          </a:xfrm>
          <a:prstGeom prst="rect">
            <a:avLst/>
          </a:prstGeom>
        </p:spPr>
        <p:txBody>
          <a:bodyPr>
            <a:normAutofit fontScale="100000" lnSpcReduction="0"/>
          </a:bodyPr>
          <a:lstStyle/>
          <a:p>
            <a:pPr marL="228600" indent="0">
              <a:buClrTx/>
              <a:buSzTx/>
              <a:buFontTx/>
              <a:buNone/>
              <a:defRPr sz="1100"/>
            </a:pPr>
          </a:p>
        </p:txBody>
      </p:sp>
      <p:sp>
        <p:nvSpPr>
          <p:cNvPr id="145" name="Google Shape;106;p15"/>
          <p:cNvSpPr txBox="1"/>
          <p:nvPr>
            <p:ph type="body" sz="quarter" idx="22"/>
          </p:nvPr>
        </p:nvSpPr>
        <p:spPr>
          <a:xfrm>
            <a:off x="3276600" y="1650999"/>
            <a:ext cx="2592300" cy="469802"/>
          </a:xfrm>
          <a:prstGeom prst="rect">
            <a:avLst/>
          </a:prstGeom>
        </p:spPr>
        <p:txBody>
          <a:bodyPr anchor="b">
            <a:normAutofit fontScale="100000" lnSpcReduction="0"/>
          </a:bodyPr>
          <a:lstStyle/>
          <a:p>
            <a:pPr marL="228600" indent="0">
              <a:buClrTx/>
              <a:buSzTx/>
              <a:buFontTx/>
              <a:buNone/>
              <a:defRPr sz="1800"/>
            </a:pPr>
          </a:p>
        </p:txBody>
      </p:sp>
      <p:sp>
        <p:nvSpPr>
          <p:cNvPr id="146" name="Google Shape;107;p15"/>
          <p:cNvSpPr txBox="1"/>
          <p:nvPr>
            <p:ph type="body" sz="quarter" idx="23"/>
          </p:nvPr>
        </p:nvSpPr>
        <p:spPr>
          <a:xfrm>
            <a:off x="3275143" y="2178050"/>
            <a:ext cx="2592300" cy="2486100"/>
          </a:xfrm>
          <a:prstGeom prst="rect">
            <a:avLst/>
          </a:prstGeom>
        </p:spPr>
        <p:txBody>
          <a:bodyPr>
            <a:normAutofit fontScale="100000" lnSpcReduction="0"/>
          </a:bodyPr>
          <a:lstStyle/>
          <a:p>
            <a:pPr marL="228600" indent="0">
              <a:buClrTx/>
              <a:buSzTx/>
              <a:buFontTx/>
              <a:buNone/>
              <a:defRPr sz="1100"/>
            </a:pPr>
          </a:p>
        </p:txBody>
      </p:sp>
      <p:sp>
        <p:nvSpPr>
          <p:cNvPr id="147" name="Google Shape;108;p15"/>
          <p:cNvSpPr txBox="1"/>
          <p:nvPr>
            <p:ph type="body" sz="quarter" idx="24"/>
          </p:nvPr>
        </p:nvSpPr>
        <p:spPr>
          <a:xfrm>
            <a:off x="6038850" y="1644649"/>
            <a:ext cx="2592300" cy="469802"/>
          </a:xfrm>
          <a:prstGeom prst="rect">
            <a:avLst/>
          </a:prstGeom>
        </p:spPr>
        <p:txBody>
          <a:bodyPr anchor="b">
            <a:normAutofit fontScale="100000" lnSpcReduction="0"/>
          </a:bodyPr>
          <a:lstStyle/>
          <a:p>
            <a:pPr marL="228600" indent="0">
              <a:buClrTx/>
              <a:buSzTx/>
              <a:buFontTx/>
              <a:buNone/>
              <a:defRPr sz="1800"/>
            </a:pPr>
          </a:p>
        </p:txBody>
      </p:sp>
      <p:sp>
        <p:nvSpPr>
          <p:cNvPr id="148" name="Google Shape;109;p15"/>
          <p:cNvSpPr txBox="1"/>
          <p:nvPr>
            <p:ph type="body" sz="quarter" idx="25"/>
          </p:nvPr>
        </p:nvSpPr>
        <p:spPr>
          <a:xfrm>
            <a:off x="6038851" y="2178423"/>
            <a:ext cx="2592301" cy="2485502"/>
          </a:xfrm>
          <a:prstGeom prst="rect">
            <a:avLst/>
          </a:prstGeom>
        </p:spPr>
        <p:txBody>
          <a:bodyPr>
            <a:normAutofit fontScale="100000" lnSpcReduction="0"/>
          </a:bodyPr>
          <a:lstStyle/>
          <a:p>
            <a:pPr marL="228600" indent="0">
              <a:buClrTx/>
              <a:buSzTx/>
              <a:buFontTx/>
              <a:buNone/>
              <a:defRPr sz="1100"/>
            </a:pPr>
          </a:p>
        </p:txBody>
      </p:sp>
      <p:sp>
        <p:nvSpPr>
          <p:cNvPr id="1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 Picture Column">
    <p:spTree>
      <p:nvGrpSpPr>
        <p:cNvPr id="1" name=""/>
        <p:cNvGrpSpPr/>
        <p:nvPr/>
      </p:nvGrpSpPr>
      <p:grpSpPr>
        <a:xfrm>
          <a:off x="0" y="0"/>
          <a:ext cx="0" cy="0"/>
          <a:chOff x="0" y="0"/>
          <a:chExt cx="0" cy="0"/>
        </a:xfrm>
      </p:grpSpPr>
      <p:sp>
        <p:nvSpPr>
          <p:cNvPr id="156" name="Title Text"/>
          <p:cNvSpPr txBox="1"/>
          <p:nvPr>
            <p:ph type="title"/>
          </p:nvPr>
        </p:nvSpPr>
        <p:spPr>
          <a:xfrm>
            <a:off x="2171700" y="571500"/>
            <a:ext cx="6457801" cy="971700"/>
          </a:xfrm>
          <a:prstGeom prst="rect">
            <a:avLst/>
          </a:prstGeom>
        </p:spPr>
        <p:txBody>
          <a:bodyPr>
            <a:normAutofit fontScale="100000" lnSpcReduction="0"/>
          </a:bodyPr>
          <a:lstStyle/>
          <a:p>
            <a:pPr/>
            <a:r>
              <a:t>Title Text</a:t>
            </a:r>
          </a:p>
        </p:txBody>
      </p:sp>
      <p:sp>
        <p:nvSpPr>
          <p:cNvPr id="157" name="Body Level One…"/>
          <p:cNvSpPr txBox="1"/>
          <p:nvPr>
            <p:ph type="body" sz="quarter" idx="1"/>
          </p:nvPr>
        </p:nvSpPr>
        <p:spPr>
          <a:xfrm>
            <a:off x="516464" y="3143250"/>
            <a:ext cx="2588700" cy="512100"/>
          </a:xfrm>
          <a:prstGeom prst="rect">
            <a:avLst/>
          </a:prstGeom>
        </p:spPr>
        <p:txBody>
          <a:bodyPr anchor="b">
            <a:normAutofit fontScale="100000" lnSpcReduction="0"/>
          </a:bodyPr>
          <a:lstStyle>
            <a:lvl1pPr marL="228600" indent="0">
              <a:buClrTx/>
              <a:buSzTx/>
              <a:buFontTx/>
              <a:buNone/>
              <a:defRPr sz="1800"/>
            </a:lvl1pPr>
            <a:lvl2pPr marL="228600" indent="457200">
              <a:buClrTx/>
              <a:buSzTx/>
              <a:buFontTx/>
              <a:buNone/>
              <a:defRPr sz="1800"/>
            </a:lvl2pPr>
            <a:lvl3pPr marL="228600" indent="914400">
              <a:buClrTx/>
              <a:buSzTx/>
              <a:buFontTx/>
              <a:buNone/>
              <a:defRPr sz="1800"/>
            </a:lvl3pPr>
            <a:lvl4pPr marL="228600" indent="1371600">
              <a:buClrTx/>
              <a:buSzTx/>
              <a:buFontTx/>
              <a:buNone/>
              <a:defRPr sz="1800"/>
            </a:lvl4pPr>
            <a:lvl5pPr marL="228600" indent="1828800">
              <a:buClrTx/>
              <a:buSzTx/>
              <a:buFontTx/>
              <a:buNone/>
              <a:defRPr sz="1800"/>
            </a:lvl5pPr>
          </a:lstStyle>
          <a:p>
            <a:pPr/>
            <a:r>
              <a:t>Body Level One</a:t>
            </a:r>
          </a:p>
          <a:p>
            <a:pPr lvl="1"/>
            <a:r>
              <a:t>Body Level Two</a:t>
            </a:r>
          </a:p>
          <a:p>
            <a:pPr lvl="2"/>
            <a:r>
              <a:t>Body Level Three</a:t>
            </a:r>
          </a:p>
          <a:p>
            <a:pPr lvl="3"/>
            <a:r>
              <a:t>Body Level Four</a:t>
            </a:r>
          </a:p>
          <a:p>
            <a:pPr lvl="4"/>
            <a:r>
              <a:t>Body Level Five</a:t>
            </a:r>
          </a:p>
        </p:txBody>
      </p:sp>
      <p:sp>
        <p:nvSpPr>
          <p:cNvPr id="158" name="Google Shape;116;p16"/>
          <p:cNvSpPr/>
          <p:nvPr>
            <p:ph type="pic" sz="quarter" idx="21"/>
          </p:nvPr>
        </p:nvSpPr>
        <p:spPr>
          <a:xfrm>
            <a:off x="516463" y="1771650"/>
            <a:ext cx="2588702" cy="1143000"/>
          </a:xfrm>
          <a:prstGeom prst="rect">
            <a:avLst/>
          </a:prstGeom>
          <a:effectLst>
            <a:outerShdw sx="100000" sy="100000" kx="0" ky="0" algn="b" rotWithShape="0" blurRad="50800" dist="50800" dir="5400000">
              <a:srgbClr val="000000">
                <a:alpha val="42745"/>
              </a:srgbClr>
            </a:outerShdw>
          </a:effectLst>
        </p:spPr>
        <p:txBody>
          <a:bodyPr lIns="91439" tIns="45719" rIns="91439" bIns="45719"/>
          <a:lstStyle/>
          <a:p>
            <a:pPr/>
          </a:p>
        </p:txBody>
      </p:sp>
      <p:sp>
        <p:nvSpPr>
          <p:cNvPr id="159" name="Google Shape;117;p16"/>
          <p:cNvSpPr txBox="1"/>
          <p:nvPr>
            <p:ph type="body" sz="quarter" idx="22"/>
          </p:nvPr>
        </p:nvSpPr>
        <p:spPr>
          <a:xfrm>
            <a:off x="516463" y="3655323"/>
            <a:ext cx="2588702" cy="1008600"/>
          </a:xfrm>
          <a:prstGeom prst="rect">
            <a:avLst/>
          </a:prstGeom>
        </p:spPr>
        <p:txBody>
          <a:bodyPr>
            <a:normAutofit fontScale="100000" lnSpcReduction="0"/>
          </a:bodyPr>
          <a:lstStyle/>
          <a:p>
            <a:pPr marL="228600" indent="0">
              <a:buClrTx/>
              <a:buSzTx/>
              <a:buFontTx/>
              <a:buNone/>
              <a:defRPr sz="1100"/>
            </a:pPr>
          </a:p>
        </p:txBody>
      </p:sp>
      <p:sp>
        <p:nvSpPr>
          <p:cNvPr id="160" name="Google Shape;118;p16"/>
          <p:cNvSpPr txBox="1"/>
          <p:nvPr>
            <p:ph type="body" sz="quarter" idx="23"/>
          </p:nvPr>
        </p:nvSpPr>
        <p:spPr>
          <a:xfrm>
            <a:off x="3280697" y="3143250"/>
            <a:ext cx="2586601" cy="512100"/>
          </a:xfrm>
          <a:prstGeom prst="rect">
            <a:avLst/>
          </a:prstGeom>
        </p:spPr>
        <p:txBody>
          <a:bodyPr anchor="b">
            <a:normAutofit fontScale="100000" lnSpcReduction="0"/>
          </a:bodyPr>
          <a:lstStyle/>
          <a:p>
            <a:pPr marL="228600" indent="0">
              <a:buClrTx/>
              <a:buSzTx/>
              <a:buFontTx/>
              <a:buNone/>
              <a:defRPr sz="1800"/>
            </a:pPr>
          </a:p>
        </p:txBody>
      </p:sp>
      <p:sp>
        <p:nvSpPr>
          <p:cNvPr id="161" name="Google Shape;119;p16"/>
          <p:cNvSpPr/>
          <p:nvPr>
            <p:ph type="pic" sz="quarter" idx="24"/>
          </p:nvPr>
        </p:nvSpPr>
        <p:spPr>
          <a:xfrm>
            <a:off x="3280697" y="1771650"/>
            <a:ext cx="2586601" cy="1143000"/>
          </a:xfrm>
          <a:prstGeom prst="rect">
            <a:avLst/>
          </a:prstGeom>
          <a:effectLst>
            <a:outerShdw sx="100000" sy="100000" kx="0" ky="0" algn="b" rotWithShape="0" blurRad="50800" dist="50800" dir="5400000">
              <a:srgbClr val="000000">
                <a:alpha val="42745"/>
              </a:srgbClr>
            </a:outerShdw>
          </a:effectLst>
        </p:spPr>
        <p:txBody>
          <a:bodyPr lIns="91439" tIns="45719" rIns="91439" bIns="45719"/>
          <a:lstStyle/>
          <a:p>
            <a:pPr/>
          </a:p>
        </p:txBody>
      </p:sp>
      <p:sp>
        <p:nvSpPr>
          <p:cNvPr id="162" name="Google Shape;120;p16"/>
          <p:cNvSpPr txBox="1"/>
          <p:nvPr>
            <p:ph type="body" sz="quarter" idx="25"/>
          </p:nvPr>
        </p:nvSpPr>
        <p:spPr>
          <a:xfrm>
            <a:off x="3280697" y="3655321"/>
            <a:ext cx="2586601" cy="1008600"/>
          </a:xfrm>
          <a:prstGeom prst="rect">
            <a:avLst/>
          </a:prstGeom>
        </p:spPr>
        <p:txBody>
          <a:bodyPr>
            <a:normAutofit fontScale="100000" lnSpcReduction="0"/>
          </a:bodyPr>
          <a:lstStyle/>
          <a:p>
            <a:pPr marL="228600" indent="0">
              <a:buClrTx/>
              <a:buSzTx/>
              <a:buFontTx/>
              <a:buNone/>
              <a:defRPr sz="1100"/>
            </a:pPr>
          </a:p>
        </p:txBody>
      </p:sp>
      <p:sp>
        <p:nvSpPr>
          <p:cNvPr id="163" name="Google Shape;121;p16"/>
          <p:cNvSpPr txBox="1"/>
          <p:nvPr>
            <p:ph type="body" sz="quarter" idx="26"/>
          </p:nvPr>
        </p:nvSpPr>
        <p:spPr>
          <a:xfrm>
            <a:off x="6037298" y="3143250"/>
            <a:ext cx="2592301" cy="512100"/>
          </a:xfrm>
          <a:prstGeom prst="rect">
            <a:avLst/>
          </a:prstGeom>
        </p:spPr>
        <p:txBody>
          <a:bodyPr anchor="b">
            <a:normAutofit fontScale="100000" lnSpcReduction="0"/>
          </a:bodyPr>
          <a:lstStyle/>
          <a:p>
            <a:pPr marL="228600" indent="0">
              <a:buClrTx/>
              <a:buSzTx/>
              <a:buFontTx/>
              <a:buNone/>
              <a:defRPr sz="1800"/>
            </a:pPr>
          </a:p>
        </p:txBody>
      </p:sp>
      <p:sp>
        <p:nvSpPr>
          <p:cNvPr id="164" name="Google Shape;122;p16"/>
          <p:cNvSpPr/>
          <p:nvPr>
            <p:ph type="pic" sz="quarter" idx="27"/>
          </p:nvPr>
        </p:nvSpPr>
        <p:spPr>
          <a:xfrm>
            <a:off x="6037391" y="1771650"/>
            <a:ext cx="2586001" cy="1143000"/>
          </a:xfrm>
          <a:prstGeom prst="rect">
            <a:avLst/>
          </a:prstGeom>
          <a:effectLst>
            <a:outerShdw sx="100000" sy="100000" kx="0" ky="0" algn="b" rotWithShape="0" blurRad="50800" dist="50800" dir="5400000">
              <a:srgbClr val="000000">
                <a:alpha val="42745"/>
              </a:srgbClr>
            </a:outerShdw>
          </a:effectLst>
        </p:spPr>
        <p:txBody>
          <a:bodyPr lIns="91439" tIns="45719" rIns="91439" bIns="45719"/>
          <a:lstStyle/>
          <a:p>
            <a:pPr/>
          </a:p>
        </p:txBody>
      </p:sp>
      <p:sp>
        <p:nvSpPr>
          <p:cNvPr id="165" name="Google Shape;123;p16"/>
          <p:cNvSpPr txBox="1"/>
          <p:nvPr>
            <p:ph type="body" sz="quarter" idx="28"/>
          </p:nvPr>
        </p:nvSpPr>
        <p:spPr>
          <a:xfrm>
            <a:off x="6037298" y="3655321"/>
            <a:ext cx="2589301" cy="1008600"/>
          </a:xfrm>
          <a:prstGeom prst="rect">
            <a:avLst/>
          </a:prstGeom>
        </p:spPr>
        <p:txBody>
          <a:bodyPr>
            <a:normAutofit fontScale="100000" lnSpcReduction="0"/>
          </a:bodyPr>
          <a:lstStyle/>
          <a:p>
            <a:pPr marL="228600" indent="0">
              <a:buClrTx/>
              <a:buSzTx/>
              <a:buFontTx/>
              <a:buNone/>
              <a:defRPr sz="1100"/>
            </a:pPr>
          </a:p>
        </p:txBody>
      </p:sp>
      <p:sp>
        <p:nvSpPr>
          <p:cNvPr id="1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173" name="Title Text"/>
          <p:cNvSpPr txBox="1"/>
          <p:nvPr>
            <p:ph type="title"/>
          </p:nvPr>
        </p:nvSpPr>
        <p:spPr>
          <a:xfrm>
            <a:off x="2171700" y="573279"/>
            <a:ext cx="6457801" cy="969901"/>
          </a:xfrm>
          <a:prstGeom prst="rect">
            <a:avLst/>
          </a:prstGeom>
        </p:spPr>
        <p:txBody>
          <a:bodyPr>
            <a:normAutofit fontScale="100000" lnSpcReduction="0"/>
          </a:bodyPr>
          <a:lstStyle/>
          <a:p>
            <a:pPr/>
            <a:r>
              <a:t>Title Text</a:t>
            </a:r>
          </a:p>
        </p:txBody>
      </p:sp>
      <p:sp>
        <p:nvSpPr>
          <p:cNvPr id="174" name="Body Level One…"/>
          <p:cNvSpPr txBox="1"/>
          <p:nvPr>
            <p:ph type="body" idx="1"/>
          </p:nvPr>
        </p:nvSpPr>
        <p:spPr>
          <a:xfrm rot="5400000">
            <a:off x="3063000" y="-902732"/>
            <a:ext cx="3018001" cy="81153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pic>
        <p:nvPicPr>
          <p:cNvPr id="182" name="Google Shape;134;p18" descr="Google Shape;134;p18"/>
          <p:cNvPicPr>
            <a:picLocks noChangeAspect="1"/>
          </p:cNvPicPr>
          <p:nvPr/>
        </p:nvPicPr>
        <p:blipFill>
          <a:blip r:embed="rId2">
            <a:extLst/>
          </a:blip>
          <a:stretch>
            <a:fillRect/>
          </a:stretch>
        </p:blipFill>
        <p:spPr>
          <a:xfrm>
            <a:off x="0" y="3281362"/>
            <a:ext cx="9144000" cy="1862101"/>
          </a:xfrm>
          <a:prstGeom prst="rect">
            <a:avLst/>
          </a:prstGeom>
          <a:ln w="12700">
            <a:miter lim="400000"/>
          </a:ln>
        </p:spPr>
      </p:pic>
      <p:sp>
        <p:nvSpPr>
          <p:cNvPr id="183" name="Title Text"/>
          <p:cNvSpPr txBox="1"/>
          <p:nvPr>
            <p:ph type="title"/>
          </p:nvPr>
        </p:nvSpPr>
        <p:spPr>
          <a:xfrm rot="5400000">
            <a:off x="6394350" y="1250900"/>
            <a:ext cx="2927401" cy="1543200"/>
          </a:xfrm>
          <a:prstGeom prst="rect">
            <a:avLst/>
          </a:prstGeom>
        </p:spPr>
        <p:txBody>
          <a:bodyPr>
            <a:normAutofit fontScale="100000" lnSpcReduction="0"/>
          </a:bodyPr>
          <a:lstStyle>
            <a:lvl1pPr algn="l"/>
          </a:lstStyle>
          <a:p>
            <a:pPr/>
            <a:r>
              <a:t>Title Text</a:t>
            </a:r>
          </a:p>
        </p:txBody>
      </p:sp>
      <p:sp>
        <p:nvSpPr>
          <p:cNvPr id="184" name="Body Level One…"/>
          <p:cNvSpPr txBox="1"/>
          <p:nvPr>
            <p:ph type="body" sz="half" idx="1"/>
          </p:nvPr>
        </p:nvSpPr>
        <p:spPr>
          <a:xfrm rot="5400000">
            <a:off x="2381150" y="-1054150"/>
            <a:ext cx="2927401" cy="615330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85" name="Slide Number"/>
          <p:cNvSpPr txBox="1"/>
          <p:nvPr>
            <p:ph type="sldNum" sz="quarter" idx="2"/>
          </p:nvPr>
        </p:nvSpPr>
        <p:spPr>
          <a:xfrm>
            <a:off x="8435675" y="324924"/>
            <a:ext cx="193865" cy="19555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4C4C4C"/>
            </a:gs>
            <a:gs pos="50000">
              <a:srgbClr val="292929"/>
            </a:gs>
            <a:gs pos="100000">
              <a:srgbClr val="000000"/>
            </a:gs>
          </a:gsLst>
          <a:lin ang="5400000" scaled="0"/>
        </a:gradFill>
      </p:bgPr>
    </p:bg>
    <p:spTree>
      <p:nvGrpSpPr>
        <p:cNvPr id="1" name=""/>
        <p:cNvGrpSpPr/>
        <p:nvPr/>
      </p:nvGrpSpPr>
      <p:grpSpPr>
        <a:xfrm>
          <a:off x="0" y="0"/>
          <a:ext cx="0" cy="0"/>
          <a:chOff x="0" y="0"/>
          <a:chExt cx="0" cy="0"/>
        </a:xfrm>
      </p:grpSpPr>
      <p:pic>
        <p:nvPicPr>
          <p:cNvPr id="2" name="Google Shape;6;p1" descr="Google Shape;6;p1"/>
          <p:cNvPicPr>
            <a:picLocks noChangeAspect="1"/>
          </p:cNvPicPr>
          <p:nvPr/>
        </p:nvPicPr>
        <p:blipFill>
          <a:blip r:embed="rId2">
            <a:extLst/>
          </a:blip>
          <a:stretch>
            <a:fillRect/>
          </a:stretch>
        </p:blipFill>
        <p:spPr>
          <a:xfrm>
            <a:off x="0" y="0"/>
            <a:ext cx="9144000" cy="1081200"/>
          </a:xfrm>
          <a:prstGeom prst="rect">
            <a:avLst/>
          </a:prstGeom>
          <a:ln w="12700">
            <a:miter lim="400000"/>
          </a:ln>
        </p:spPr>
      </p:pic>
      <p:sp>
        <p:nvSpPr>
          <p:cNvPr id="3"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68574" tIns="68574" rIns="68574" bIns="68574" anchor="ctr"/>
          <a:lstStyle/>
          <a:p>
            <a:pPr/>
            <a:r>
              <a:t>Title Text</a:t>
            </a:r>
          </a:p>
        </p:txBody>
      </p:sp>
      <p:sp>
        <p:nvSpPr>
          <p:cNvPr id="4"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68574" tIns="68574" rIns="68574" bIns="68574"/>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8435786" y="324924"/>
            <a:ext cx="193864" cy="195551"/>
          </a:xfrm>
          <a:prstGeom prst="rect">
            <a:avLst/>
          </a:prstGeom>
          <a:ln w="12700">
            <a:miter lim="400000"/>
          </a:ln>
        </p:spPr>
        <p:txBody>
          <a:bodyPr wrap="none" lIns="34275" tIns="34275" rIns="34275" bIns="34275" anchor="ctr">
            <a:spAutoFit/>
          </a:bodyPr>
          <a:lstStyle>
            <a:lvl1pPr algn="r">
              <a:defRPr sz="800">
                <a:solidFill>
                  <a:srgbClr val="FFFFFF"/>
                </a:solidFill>
                <a:latin typeface="Century Gothic"/>
                <a:ea typeface="Century Gothic"/>
                <a:cs typeface="Century Gothic"/>
                <a:sym typeface="Century Gothic"/>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b="0" baseline="0" cap="none" i="0" spc="0" strike="noStrike" sz="3000" u="none">
          <a:solidFill>
            <a:srgbClr val="FFFFFF"/>
          </a:solidFill>
          <a:uFillTx/>
          <a:latin typeface="Century Gothic"/>
          <a:ea typeface="Century Gothic"/>
          <a:cs typeface="Century Gothic"/>
          <a:sym typeface="Century Gothic"/>
        </a:defRPr>
      </a:lvl9pPr>
    </p:titleStyle>
    <p:bodyStyle>
      <a:lvl1pPr marL="457200" marR="0" indent="-33655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1pPr>
      <a:lvl2pPr marL="957580" marR="0" indent="-36703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2pPr>
      <a:lvl3pPr marL="1439635" marR="0" indent="-385535"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3pPr>
      <a:lvl4pPr marL="19558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4pPr>
      <a:lvl5pPr marL="24130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5pPr>
      <a:lvl6pPr marL="28702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6pPr>
      <a:lvl7pPr marL="33274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7pPr>
      <a:lvl8pPr marL="37846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8pPr>
      <a:lvl9pPr marL="4241800" marR="0" indent="-431800" algn="l" defTabSz="914400" rtl="0" latinLnBrk="0">
        <a:lnSpc>
          <a:spcPct val="90000"/>
        </a:lnSpc>
        <a:spcBef>
          <a:spcPts val="800"/>
        </a:spcBef>
        <a:spcAft>
          <a:spcPts val="0"/>
        </a:spcAft>
        <a:buClr>
          <a:srgbClr val="FFFFFF"/>
        </a:buClr>
        <a:buSzPts val="1700"/>
        <a:buFont typeface="Arial"/>
        <a:buChar char="•"/>
        <a:tabLst/>
        <a:defRPr b="0" baseline="0" cap="none" i="0" spc="0" strike="noStrike" sz="1700" u="none">
          <a:solidFill>
            <a:srgbClr val="FFFFFF"/>
          </a:solidFill>
          <a:uFillTx/>
          <a:latin typeface="Century Gothic"/>
          <a:ea typeface="Century Gothic"/>
          <a:cs typeface="Century Gothic"/>
          <a:sym typeface="Century Gothic"/>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1pPr>
      <a:lvl2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2pPr>
      <a:lvl3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3pPr>
      <a:lvl4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4pPr>
      <a:lvl5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5pPr>
      <a:lvl6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6pPr>
      <a:lvl7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7pPr>
      <a:lvl8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8pPr>
      <a:lvl9pPr marL="0" marR="0" indent="0" algn="r" defTabSz="914400" rtl="0" latinLnBrk="0">
        <a:lnSpc>
          <a:spcPct val="100000"/>
        </a:lnSpc>
        <a:spcBef>
          <a:spcPts val="0"/>
        </a:spcBef>
        <a:spcAft>
          <a:spcPts val="0"/>
        </a:spcAft>
        <a:buClrTx/>
        <a:buSzTx/>
        <a:buFontTx/>
        <a:buNone/>
        <a:tabLst/>
        <a:defRPr b="0" baseline="0" cap="none" i="0" spc="0" strike="noStrike" sz="800" u="none">
          <a:solidFill>
            <a:schemeClr val="tx1"/>
          </a:solidFill>
          <a:uFillTx/>
          <a:latin typeface="+mn-lt"/>
          <a:ea typeface="+mn-ea"/>
          <a:cs typeface="+mn-cs"/>
          <a:sym typeface="Century Gothic"/>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scrumguides.org/docs/scrumguide/v2020/2020-Scrum-Guide-US.pdf" TargetMode="External"/><Relationship Id="rId3" Type="http://schemas.openxmlformats.org/officeDocument/2006/relationships/hyperlink" Target="https://doi.org/10.1145/3571849"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Google Shape;144;p19"/>
          <p:cNvSpPr txBox="1"/>
          <p:nvPr>
            <p:ph type="ctrTitle"/>
          </p:nvPr>
        </p:nvSpPr>
        <p:spPr>
          <a:xfrm>
            <a:off x="1028700" y="1352553"/>
            <a:ext cx="7086600" cy="1368902"/>
          </a:xfrm>
          <a:prstGeom prst="rect">
            <a:avLst/>
          </a:prstGeom>
        </p:spPr>
        <p:txBody>
          <a:bodyPr/>
          <a:lstStyle>
            <a:lvl1pPr defTabSz="667512">
              <a:defRPr sz="3285"/>
            </a:lvl1pPr>
          </a:lstStyle>
          <a:p>
            <a:pPr/>
            <a:r>
              <a:t>Agile vs. Waterfall: Recommendation for ChadaTech</a:t>
            </a:r>
          </a:p>
        </p:txBody>
      </p:sp>
      <p:sp>
        <p:nvSpPr>
          <p:cNvPr id="195" name="Google Shape;145;p19"/>
          <p:cNvSpPr txBox="1"/>
          <p:nvPr>
            <p:ph type="subTitle" sz="half" idx="1"/>
          </p:nvPr>
        </p:nvSpPr>
        <p:spPr>
          <a:xfrm>
            <a:off x="1028700" y="2724150"/>
            <a:ext cx="7086601" cy="1544818"/>
          </a:xfrm>
          <a:prstGeom prst="rect">
            <a:avLst/>
          </a:prstGeom>
        </p:spPr>
        <p:txBody>
          <a:bodyPr/>
          <a:lstStyle/>
          <a:p>
            <a:pPr/>
            <a:r>
              <a:t>SNHU Travel Project Lessons</a:t>
            </a:r>
          </a:p>
          <a:p>
            <a:pPr/>
            <a:r>
              <a:t>Christian Drew</a:t>
            </a:r>
          </a:p>
          <a:p>
            <a:pPr/>
            <a:r>
              <a:t>CS 250</a:t>
            </a:r>
          </a:p>
          <a:p>
            <a:pPr/>
            <a:r>
              <a:t>February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Google Shape;150;p20"/>
          <p:cNvSpPr txBox="1"/>
          <p:nvPr>
            <p:ph type="ctrTitle"/>
          </p:nvPr>
        </p:nvSpPr>
        <p:spPr>
          <a:xfrm>
            <a:off x="914400" y="742951"/>
            <a:ext cx="7315200" cy="771901"/>
          </a:xfrm>
          <a:prstGeom prst="rect">
            <a:avLst/>
          </a:prstGeom>
        </p:spPr>
        <p:txBody>
          <a:bodyPr/>
          <a:lstStyle>
            <a:lvl1pPr defTabSz="777240">
              <a:defRPr sz="4080"/>
            </a:lvl1pPr>
          </a:lstStyle>
          <a:p>
            <a:pPr/>
            <a:r>
              <a:t>Explaining Agile Roles</a:t>
            </a:r>
          </a:p>
        </p:txBody>
      </p:sp>
      <p:sp>
        <p:nvSpPr>
          <p:cNvPr id="198" name="Google Shape;151;p20"/>
          <p:cNvSpPr txBox="1"/>
          <p:nvPr>
            <p:ph type="subTitle" sz="half" idx="1"/>
          </p:nvPr>
        </p:nvSpPr>
        <p:spPr>
          <a:xfrm>
            <a:off x="914399" y="1630145"/>
            <a:ext cx="7315201" cy="2567701"/>
          </a:xfrm>
          <a:prstGeom prst="rect">
            <a:avLst/>
          </a:prstGeom>
        </p:spPr>
        <p:txBody>
          <a:bodyPr/>
          <a:lstStyle/>
          <a:p>
            <a:pPr defTabSz="457200">
              <a:lnSpc>
                <a:spcPct val="100000"/>
              </a:lnSpc>
              <a:spcBef>
                <a:spcPts val="1200"/>
              </a:spcBef>
              <a:defRPr sz="1200">
                <a:latin typeface="Times New Roman"/>
                <a:ea typeface="Times New Roman"/>
                <a:cs typeface="Times New Roman"/>
                <a:sym typeface="Times New Roman"/>
              </a:defRPr>
            </a:pPr>
          </a:p>
          <a:p>
            <a:pPr marL="457200" indent="-317500" defTabSz="457200">
              <a:lnSpc>
                <a:spcPct val="100000"/>
              </a:lnSpc>
              <a:spcBef>
                <a:spcPts val="0"/>
              </a:spcBef>
              <a:buSzPct val="100000"/>
              <a:buFont typeface="Times Roman"/>
              <a:buChar char="•"/>
              <a:defRPr sz="1200">
                <a:latin typeface="Times New Roman"/>
                <a:ea typeface="Times New Roman"/>
                <a:cs typeface="Times New Roman"/>
                <a:sym typeface="Times New Roman"/>
              </a:defRPr>
            </a:pPr>
            <a:r>
              <a:rPr b="1"/>
              <a:t>Product Owner</a:t>
            </a:r>
            <a:r>
              <a:t> Maximizes value for the customer. Prioritizes Product Backlog. Represents stakeholders and users.</a:t>
            </a:r>
          </a:p>
          <a:p>
            <a:pPr marL="457200" indent="-317500" defTabSz="457200">
              <a:lnSpc>
                <a:spcPct val="100000"/>
              </a:lnSpc>
              <a:spcBef>
                <a:spcPts val="0"/>
              </a:spcBef>
              <a:buSzPct val="100000"/>
              <a:buFont typeface="Times Roman"/>
              <a:buChar char="•"/>
              <a:defRPr sz="1200">
                <a:latin typeface="Times New Roman"/>
                <a:ea typeface="Times New Roman"/>
                <a:cs typeface="Times New Roman"/>
                <a:sym typeface="Times New Roman"/>
              </a:defRPr>
            </a:pPr>
            <a:r>
              <a:rPr b="1"/>
              <a:t>Scrum Master</a:t>
            </a:r>
            <a:r>
              <a:t> Guides the team on Scrum practices. Removes obstacles and impediments. Protects the team from distractions.</a:t>
            </a:r>
          </a:p>
          <a:p>
            <a:pPr marL="457200" indent="-317500" defTabSz="457200">
              <a:lnSpc>
                <a:spcPct val="100000"/>
              </a:lnSpc>
              <a:spcBef>
                <a:spcPts val="0"/>
              </a:spcBef>
              <a:buSzPct val="100000"/>
              <a:buFont typeface="Times Roman"/>
              <a:buChar char="•"/>
              <a:defRPr sz="1200">
                <a:latin typeface="Times New Roman"/>
                <a:ea typeface="Times New Roman"/>
                <a:cs typeface="Times New Roman"/>
                <a:sym typeface="Times New Roman"/>
              </a:defRPr>
            </a:pPr>
            <a:r>
              <a:rPr b="1"/>
              <a:t>Development Team</a:t>
            </a:r>
            <a:r>
              <a:t> Cross-functional and self-managing. Delivers working increments every sprint. Includes developers, testers, and other skills.</a:t>
            </a:r>
          </a:p>
          <a:p>
            <a:pPr defTabSz="457200">
              <a:lnSpc>
                <a:spcPct val="100000"/>
              </a:lnSpc>
              <a:spcBef>
                <a:spcPts val="1200"/>
              </a:spcBef>
              <a:defRPr sz="1200">
                <a:latin typeface="Times Roman"/>
                <a:ea typeface="Times Roman"/>
                <a:cs typeface="Times Roman"/>
                <a:sym typeface="Times Roman"/>
              </a:defRPr>
            </a:pP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Google Shape;150;p20"/>
          <p:cNvSpPr txBox="1"/>
          <p:nvPr>
            <p:ph type="ctrTitle"/>
          </p:nvPr>
        </p:nvSpPr>
        <p:spPr>
          <a:xfrm>
            <a:off x="914400" y="742951"/>
            <a:ext cx="7315200" cy="771902"/>
          </a:xfrm>
          <a:prstGeom prst="rect">
            <a:avLst/>
          </a:prstGeom>
        </p:spPr>
        <p:txBody>
          <a:bodyPr/>
          <a:lstStyle>
            <a:lvl1pPr defTabSz="713231">
              <a:defRPr sz="3743"/>
            </a:lvl1pPr>
          </a:lstStyle>
          <a:p>
            <a:pPr/>
            <a:r>
              <a:t>Explaining Agile Phases in SDLC</a:t>
            </a:r>
          </a:p>
        </p:txBody>
      </p:sp>
      <p:sp>
        <p:nvSpPr>
          <p:cNvPr id="201" name="Google Shape;151;p20"/>
          <p:cNvSpPr txBox="1"/>
          <p:nvPr>
            <p:ph type="subTitle" sz="half" idx="1"/>
          </p:nvPr>
        </p:nvSpPr>
        <p:spPr>
          <a:xfrm>
            <a:off x="747766" y="1616259"/>
            <a:ext cx="7315201" cy="2567701"/>
          </a:xfrm>
          <a:prstGeom prst="rect">
            <a:avLst/>
          </a:prstGeom>
        </p:spPr>
        <p:txBody>
          <a:bodyPr/>
          <a:lstStyle/>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rPr b="1"/>
              <a:t>Planning</a:t>
            </a:r>
            <a:r>
              <a:t> Product Owner creates and prioritizes backlog with user stories. Team refines stories and estimates effort.</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rPr b="1"/>
              <a:t>Development</a:t>
            </a:r>
            <a:r>
              <a:t> Team works in short sprints (1–4 weeks). Builds small, usable increments. Daily stand-ups keep progress visible.</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rPr b="1"/>
              <a:t>Testing &amp; Review</a:t>
            </a:r>
            <a:r>
              <a:t> Continuous testing during sprint. Sprint Review shows working software to stakeholders.</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rPr b="1"/>
              <a:t>Deployment &amp; Maintenance</a:t>
            </a:r>
            <a:r>
              <a:t> Deliver increment at sprint end. Repeat process for ongoing improvements.</a:t>
            </a:r>
          </a:p>
          <a:p>
            <a:pPr defTabSz="457200">
              <a:lnSpc>
                <a:spcPct val="100000"/>
              </a:lnSpc>
              <a:spcBef>
                <a:spcPts val="1200"/>
              </a:spcBef>
              <a:defRPr sz="1200">
                <a:latin typeface="Times Roman"/>
                <a:ea typeface="Times Roman"/>
                <a:cs typeface="Times Roman"/>
                <a:sym typeface="Times Roman"/>
              </a:defRPr>
            </a:pP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Google Shape;150;p20"/>
          <p:cNvSpPr txBox="1"/>
          <p:nvPr>
            <p:ph type="ctrTitle"/>
          </p:nvPr>
        </p:nvSpPr>
        <p:spPr>
          <a:xfrm>
            <a:off x="914400" y="742951"/>
            <a:ext cx="7315200" cy="771902"/>
          </a:xfrm>
          <a:prstGeom prst="rect">
            <a:avLst/>
          </a:prstGeom>
        </p:spPr>
        <p:txBody>
          <a:bodyPr/>
          <a:lstStyle>
            <a:lvl1pPr defTabSz="777240">
              <a:defRPr sz="4080"/>
            </a:lvl1pPr>
          </a:lstStyle>
          <a:p>
            <a:pPr/>
            <a:r>
              <a:t>Describing Waterfall Model</a:t>
            </a:r>
          </a:p>
        </p:txBody>
      </p:sp>
      <p:sp>
        <p:nvSpPr>
          <p:cNvPr id="204" name="Google Shape;151;p20"/>
          <p:cNvSpPr txBox="1"/>
          <p:nvPr>
            <p:ph type="subTitle" sz="half" idx="1"/>
          </p:nvPr>
        </p:nvSpPr>
        <p:spPr>
          <a:xfrm>
            <a:off x="914400" y="1630145"/>
            <a:ext cx="7315200" cy="2567701"/>
          </a:xfrm>
          <a:prstGeom prst="rect">
            <a:avLst/>
          </a:prstGeom>
        </p:spPr>
        <p:txBody>
          <a:bodyPr/>
          <a:lstStyle/>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How Waterfall Would Have Been Different</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Waterfall is linear:</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Requirements → Design → Implementation → Testing → Deployment</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Changes are expensive and resisted.</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For SNHU Travel wellness shift: Would require restarting requirements and design phases.</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Delays would be months instead of days.</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Team would build full product before feedback.</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Risk of delivering wrong or outdated features.</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Agile let us reprioritize backlog and update code quickly (Cobb, 2015)</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Google Shape;150;p20"/>
          <p:cNvSpPr txBox="1"/>
          <p:nvPr>
            <p:ph type="ctrTitle"/>
          </p:nvPr>
        </p:nvSpPr>
        <p:spPr>
          <a:xfrm>
            <a:off x="914400" y="742951"/>
            <a:ext cx="7315200" cy="771902"/>
          </a:xfrm>
          <a:prstGeom prst="rect">
            <a:avLst/>
          </a:prstGeom>
        </p:spPr>
        <p:txBody>
          <a:bodyPr/>
          <a:lstStyle>
            <a:lvl1pPr defTabSz="777240">
              <a:defRPr sz="4080"/>
            </a:lvl1pPr>
          </a:lstStyle>
          <a:p>
            <a:pPr/>
            <a:r>
              <a:t>Waterfall or Agile Approach</a:t>
            </a:r>
          </a:p>
        </p:txBody>
      </p:sp>
      <p:sp>
        <p:nvSpPr>
          <p:cNvPr id="207" name="Google Shape;151;p20"/>
          <p:cNvSpPr txBox="1"/>
          <p:nvPr>
            <p:ph type="subTitle" sz="half" idx="1"/>
          </p:nvPr>
        </p:nvSpPr>
        <p:spPr>
          <a:xfrm>
            <a:off x="914400" y="1630145"/>
            <a:ext cx="7315200" cy="2567701"/>
          </a:xfrm>
          <a:prstGeom prst="rect">
            <a:avLst/>
          </a:prstGeom>
        </p:spPr>
        <p:txBody>
          <a:bodyPr/>
          <a:lstStyle/>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Choose Waterfall for: Fixed requirements. Low expected change. Regulated projects with clear scope.</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Choose Agile for: Changing needs. Fast feedback wanted. Complex or uncertain projects.</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SNHU Travel had shifting priorities and tight timeline. Agile handled interruptions well and delivered value incrementally. Waterfall would have caused major delays and rework. Agile was better for this project (Verwijs &amp; Russo, 2023).</a:t>
            </a:r>
          </a:p>
          <a:p>
            <a:pPr defTabSz="457200">
              <a:lnSpc>
                <a:spcPct val="100000"/>
              </a:lnSpc>
              <a:spcBef>
                <a:spcPts val="1200"/>
              </a:spcBef>
              <a:defRPr sz="1200">
                <a:solidFill>
                  <a:srgbClr val="000000"/>
                </a:solidFill>
                <a:latin typeface="Times Roman"/>
                <a:ea typeface="Times Roman"/>
                <a:cs typeface="Times Roman"/>
                <a:sym typeface="Times Roman"/>
              </a:defRPr>
            </a:pP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Google Shape;150;p20"/>
          <p:cNvSpPr txBox="1"/>
          <p:nvPr>
            <p:ph type="ctrTitle"/>
          </p:nvPr>
        </p:nvSpPr>
        <p:spPr>
          <a:xfrm>
            <a:off x="914400" y="742951"/>
            <a:ext cx="7315200" cy="771902"/>
          </a:xfrm>
          <a:prstGeom prst="rect">
            <a:avLst/>
          </a:prstGeom>
        </p:spPr>
        <p:txBody>
          <a:bodyPr/>
          <a:lstStyle>
            <a:lvl1pPr defTabSz="777240">
              <a:defRPr sz="4080"/>
            </a:lvl1pPr>
          </a:lstStyle>
          <a:p>
            <a:pPr/>
            <a:r>
              <a:t>References</a:t>
            </a:r>
          </a:p>
        </p:txBody>
      </p:sp>
      <p:sp>
        <p:nvSpPr>
          <p:cNvPr id="210" name="Google Shape;151;p20"/>
          <p:cNvSpPr txBox="1"/>
          <p:nvPr>
            <p:ph type="subTitle" sz="half" idx="1"/>
          </p:nvPr>
        </p:nvSpPr>
        <p:spPr>
          <a:xfrm>
            <a:off x="914400" y="1630145"/>
            <a:ext cx="7315200" cy="2567701"/>
          </a:xfrm>
          <a:prstGeom prst="rect">
            <a:avLst/>
          </a:prstGeom>
        </p:spPr>
        <p:txBody>
          <a:bodyPr/>
          <a:lstStyle/>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Cobb, C. G. (2015). The project manager’s guide to mastering Agile: Principles and practices for an adaptive approach. Wiley.</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Schwaber, K., &amp; Sutherland, J. (2020). The Scrum guide: The definitive guide to Scrum: The rules of the game. Scrum.org. </a:t>
            </a:r>
            <a:r>
              <a:rPr>
                <a:hlinkClick r:id="rId2" invalidUrl="" action="" tgtFrame="" tooltip="" history="1" highlightClick="0" endSnd="0"/>
              </a:rPr>
              <a:t>https://www.scrumguides.org/docs/scrumguide/v2020/2020-Scrum-Guide-US.pdf</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Verwijs, C., &amp; Russo, D. (2023). A theory of Scrum team effectiveness. ACM Transactions on Software Engineering and Methodology, 32(3), 1–50. </a:t>
            </a:r>
            <a:r>
              <a:rPr>
                <a:hlinkClick r:id="rId3" invalidUrl="" action="" tgtFrame="" tooltip="" history="1" highlightClick="0" endSnd="0"/>
              </a:rPr>
              <a:t>https://doi.org/10.1145/3571849</a:t>
            </a:r>
          </a:p>
          <a:p>
            <a:pPr marL="457200" indent="-317500" defTabSz="457200">
              <a:lnSpc>
                <a:spcPct val="100000"/>
              </a:lnSpc>
              <a:spcBef>
                <a:spcPts val="0"/>
              </a:spcBef>
              <a:buSzPct val="100000"/>
              <a:buFont typeface="Times Roman"/>
              <a:buChar char="•"/>
              <a:defRPr sz="1200">
                <a:latin typeface="Times Roman"/>
                <a:ea typeface="Times Roman"/>
                <a:cs typeface="Times Roman"/>
                <a:sym typeface="Times Roman"/>
              </a:defRPr>
            </a:pPr>
            <a:r>
              <a:t>Highsmith, J. (2021). Agile project management: Creating innovative products (2nd ed.). Addison-Wesley.</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A7A7A7"/>
      </a:dk2>
      <a:lt2>
        <a:srgbClr val="535353"/>
      </a:lt2>
      <a:accent1>
        <a:srgbClr val="E5224E"/>
      </a:accent1>
      <a:accent2>
        <a:srgbClr val="9D074E"/>
      </a:accent2>
      <a:accent3>
        <a:srgbClr val="7F2294"/>
      </a:accent3>
      <a:accent4>
        <a:srgbClr val="8D65EA"/>
      </a:accent4>
      <a:accent5>
        <a:srgbClr val="588FE2"/>
      </a:accent5>
      <a:accent6>
        <a:srgbClr val="127CA4"/>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A7A7A7"/>
      </a:dk2>
      <a:lt2>
        <a:srgbClr val="535353"/>
      </a:lt2>
      <a:accent1>
        <a:srgbClr val="E5224E"/>
      </a:accent1>
      <a:accent2>
        <a:srgbClr val="9D074E"/>
      </a:accent2>
      <a:accent3>
        <a:srgbClr val="7F2294"/>
      </a:accent3>
      <a:accent4>
        <a:srgbClr val="8D65EA"/>
      </a:accent4>
      <a:accent5>
        <a:srgbClr val="588FE2"/>
      </a:accent5>
      <a:accent6>
        <a:srgbClr val="127CA4"/>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